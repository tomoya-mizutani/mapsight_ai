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5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4925F-B98B-53AA-2AD0-9AD9A2A3A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17D764-6452-A990-329C-4E0371830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26B9B-612A-C066-5E49-77197674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73C7D4-6553-819B-4567-02AA32E1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244E8F-DAE8-12B1-D47A-CF7198FB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02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4F2AF6-ECEB-B8B7-E9BE-BB4B90B0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B22930-8DF3-72EF-68F5-22DABBF88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F5AC4-E5D2-6FBC-6FCB-988088E9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3FE184-8BAE-BBBF-39A3-B3D41911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8E7112-0AB0-F889-FAFE-BBC90D3A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34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91D7F5-9E6B-F25D-E356-D742FFB8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410487-DBFF-2A56-A735-C8F0C3BDA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C81277-60B8-581A-07A0-4DEF61E0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68C4E0-685D-39CD-DBDF-50DD04DF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A9AABB-B399-AC88-7D3B-13410B87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50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B08E9-A302-E605-6067-E8AD481C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E886A0-0F7A-70FC-7D56-9ED6F98FC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CB5AB5-591E-8282-2936-C310FF8AE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DEA7A0-57BB-6D87-332F-59AADC1E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0FD628-FBD8-EC08-850F-7F97A250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6D57E6-354C-3188-2928-FF356DDD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34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290A9-E928-DCE3-67B2-7FF172C1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8CDFD6-A8D3-5A70-FFEE-485376044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E507BE-582C-508A-E92D-BF79D98BC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FB2B5F-D482-ECA7-8F04-15C15061F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F7D57D4-69AF-E707-546B-1317AC87F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6FEEA9-C924-5F62-7823-04D2DEA4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3DEAABE-4028-E76D-99F1-63AAA89E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B544E2-0050-E102-3FE6-9FE9E9B9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77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1BB92-5425-A5D7-96CE-EB8BD3D4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FC6A39-ACEB-6F9A-68F9-0E14341B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42DF1F-125F-DCED-82A2-BB89A96B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AC60A6-7C7C-4716-FA8C-507F9C4F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124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97094E-2C38-334B-D453-C99328BE4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92B354-8E1E-9ECB-6403-EEF18781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10A552-DA16-BF16-740E-F2DE8975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02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596A74-5D6A-7608-10AE-DA893DC7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68C1CB-DC6F-3DD5-90B4-BE184895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EE7B12-1C9A-8146-B0B7-5B7EE6A78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276885-308D-9F1D-8426-48711103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1A3A66-58C0-EB66-9D5D-0FD779C6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ED4AB7-2BE5-0690-4A52-CF48DD07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346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54B3A-1199-FB29-6024-02BA694F4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4F88C0-41EC-49BF-60B2-198242324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668C91-5929-383A-C83E-578CAA339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83372D-E776-3BCE-D96F-5733BC2A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D9AC07-EC65-F16A-B43D-24F61236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D23697-322B-3F0A-2FE0-342176F6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41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0B81A8-912F-392A-0CBA-0F395549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72E030-4C9E-5DA5-0464-EC521AAC5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A189B5-67F6-E082-33F6-98584570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2C4CB5-A392-23DF-4B6A-BB403948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728871-2BC1-AC90-8748-D02D59B7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47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62E149E-37D7-EF70-24D3-4D12DD24F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C459BE-A1A7-DFD5-7E68-EC4D9F0C0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CB2D25-1676-A1ED-9054-C1E5F86D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C6F3D9-A0D1-12B3-2D5A-B02BE8F3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292253-3697-BA00-D668-F9A01A77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53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28E359-18F4-B06E-CC7F-A0476120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449B87-B9F8-4D03-C791-3F2A11448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24DCB3-8118-6B4D-8D99-1642FC1A5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F0CA0-34F3-4929-9FF4-5424F677B43C}" type="datetimeFigureOut">
              <a:rPr kumimoji="1" lang="ja-JP" altLang="en-US" smtClean="0"/>
              <a:t>2026/4/19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912898-2FD7-50C7-5F0E-B622522A5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9CA999-FB40-F650-4F5F-61837CF76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E8EEE-8F36-4A70-B75C-9715A3EDB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16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66D59-4724-36F8-FBFC-69963497E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個人</a:t>
            </a:r>
            <a:r>
              <a:rPr kumimoji="1" lang="ja-JP" altLang="en-US"/>
              <a:t>開発ドキュメント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878C54-E096-D5C3-8A18-8F3CE2E6E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098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A83734F-C553-08BC-193E-1AA76F866178}"/>
              </a:ext>
            </a:extLst>
          </p:cNvPr>
          <p:cNvGrpSpPr/>
          <p:nvPr/>
        </p:nvGrpSpPr>
        <p:grpSpPr>
          <a:xfrm>
            <a:off x="5295508" y="0"/>
            <a:ext cx="6896492" cy="6858000"/>
            <a:chOff x="2647754" y="0"/>
            <a:chExt cx="6896492" cy="6858000"/>
          </a:xfrm>
        </p:grpSpPr>
        <p:pic>
          <p:nvPicPr>
            <p:cNvPr id="3" name="図 2" descr="マップ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31F3435-E890-3329-03D7-1F4197DD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7754" y="0"/>
              <a:ext cx="6896492" cy="6858000"/>
            </a:xfrm>
            <a:prstGeom prst="rect">
              <a:avLst/>
            </a:prstGeom>
          </p:spPr>
        </p:pic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CBB8B7E4-1EA7-DF00-C89B-34D0FC7416A9}"/>
                </a:ext>
              </a:extLst>
            </p:cNvPr>
            <p:cNvSpPr/>
            <p:nvPr/>
          </p:nvSpPr>
          <p:spPr>
            <a:xfrm>
              <a:off x="5663762" y="1537138"/>
              <a:ext cx="555735" cy="450631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CF56682D-E98D-700C-B19A-4F9FFDFCD84C}"/>
                </a:ext>
              </a:extLst>
            </p:cNvPr>
            <p:cNvSpPr/>
            <p:nvPr/>
          </p:nvSpPr>
          <p:spPr>
            <a:xfrm>
              <a:off x="6478313" y="1181100"/>
              <a:ext cx="555735" cy="450631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5B5A7210-D29A-A35B-4561-2BF75658A1FC}"/>
                </a:ext>
              </a:extLst>
            </p:cNvPr>
            <p:cNvSpPr/>
            <p:nvPr/>
          </p:nvSpPr>
          <p:spPr>
            <a:xfrm>
              <a:off x="4185743" y="4185744"/>
              <a:ext cx="1099645" cy="91045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B82071F-0167-BF98-5D36-5BF181227EB1}"/>
                </a:ext>
              </a:extLst>
            </p:cNvPr>
            <p:cNvSpPr/>
            <p:nvPr/>
          </p:nvSpPr>
          <p:spPr>
            <a:xfrm>
              <a:off x="5663762" y="4800600"/>
              <a:ext cx="555735" cy="45063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8FEC3F22-259D-2FE3-2951-BB9178FDC0D2}"/>
                </a:ext>
              </a:extLst>
            </p:cNvPr>
            <p:cNvSpPr/>
            <p:nvPr/>
          </p:nvSpPr>
          <p:spPr>
            <a:xfrm>
              <a:off x="7767145" y="2268921"/>
              <a:ext cx="555735" cy="45063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B3284DB-447E-9897-E93F-4EFC3B0FC27A}"/>
                </a:ext>
              </a:extLst>
            </p:cNvPr>
            <p:cNvSpPr/>
            <p:nvPr/>
          </p:nvSpPr>
          <p:spPr>
            <a:xfrm>
              <a:off x="4146988" y="2221626"/>
              <a:ext cx="555735" cy="571502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CC4DC9A8-F4D9-0AAB-55BB-FF3ACDF3197C}"/>
                </a:ext>
              </a:extLst>
            </p:cNvPr>
            <p:cNvSpPr/>
            <p:nvPr/>
          </p:nvSpPr>
          <p:spPr>
            <a:xfrm>
              <a:off x="4559519" y="1263213"/>
              <a:ext cx="555735" cy="571502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7576E15A-6C0A-04BA-721E-2EE892562E8E}"/>
                </a:ext>
              </a:extLst>
            </p:cNvPr>
            <p:cNvSpPr/>
            <p:nvPr/>
          </p:nvSpPr>
          <p:spPr>
            <a:xfrm>
              <a:off x="6756180" y="2003531"/>
              <a:ext cx="555735" cy="571502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D9366AC-25E7-57C1-D257-BB0AC878C9E1}"/>
                </a:ext>
              </a:extLst>
            </p:cNvPr>
            <p:cNvSpPr/>
            <p:nvPr/>
          </p:nvSpPr>
          <p:spPr>
            <a:xfrm>
              <a:off x="7326136" y="1388018"/>
              <a:ext cx="555735" cy="571502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350472A-65A6-E155-119B-FF52A4E73B33}"/>
              </a:ext>
            </a:extLst>
          </p:cNvPr>
          <p:cNvSpPr txBox="1"/>
          <p:nvPr/>
        </p:nvSpPr>
        <p:spPr>
          <a:xfrm>
            <a:off x="0" y="285007"/>
            <a:ext cx="5081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プレイヤー位置情報検出実装例</a:t>
            </a:r>
          </a:p>
        </p:txBody>
      </p:sp>
    </p:spTree>
    <p:extLst>
      <p:ext uri="{BB962C8B-B14F-4D97-AF65-F5344CB8AC3E}">
        <p14:creationId xmlns:p14="http://schemas.microsoft.com/office/powerpoint/2010/main" val="425125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FE1197-C402-56D2-B0CC-F48EB52B5E86}"/>
              </a:ext>
            </a:extLst>
          </p:cNvPr>
          <p:cNvSpPr txBox="1"/>
          <p:nvPr/>
        </p:nvSpPr>
        <p:spPr>
          <a:xfrm>
            <a:off x="288358" y="266672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 dirty="0"/>
              <a:t>プレイヤー位置情報検出画面</a:t>
            </a:r>
            <a:r>
              <a:rPr kumimoji="1" lang="en-US" altLang="ja-JP" sz="1800" dirty="0"/>
              <a:t>UI</a:t>
            </a:r>
            <a:r>
              <a:rPr kumimoji="1" lang="ja-JP" altLang="en-US" sz="1800" dirty="0"/>
              <a:t>実装例</a:t>
            </a:r>
            <a:endParaRPr kumimoji="1"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12326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3D452-1C86-1B57-EE1D-C77F5F6D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マップ&#10;&#10;AI 生成コンテンツは誤りを含む可能性があります。">
            <a:extLst>
              <a:ext uri="{FF2B5EF4-FFF2-40B4-BE49-F238E27FC236}">
                <a16:creationId xmlns:a16="http://schemas.microsoft.com/office/drawing/2014/main" id="{802F1000-3DB2-373C-B8FA-28C798A9E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508" y="0"/>
            <a:ext cx="6896492" cy="6858000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CACCF016-5B7E-1A64-F20F-AA82E5E86F20}"/>
              </a:ext>
            </a:extLst>
          </p:cNvPr>
          <p:cNvSpPr/>
          <p:nvPr/>
        </p:nvSpPr>
        <p:spPr>
          <a:xfrm>
            <a:off x="8330481" y="1539291"/>
            <a:ext cx="555735" cy="450631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1C985A8-6B1E-301B-E63C-303F69DC2048}"/>
              </a:ext>
            </a:extLst>
          </p:cNvPr>
          <p:cNvSpPr/>
          <p:nvPr/>
        </p:nvSpPr>
        <p:spPr>
          <a:xfrm>
            <a:off x="8999665" y="1103349"/>
            <a:ext cx="555735" cy="450631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C4881144-10BC-A9C3-0920-F52D31A13E0A}"/>
              </a:ext>
            </a:extLst>
          </p:cNvPr>
          <p:cNvSpPr/>
          <p:nvPr/>
        </p:nvSpPr>
        <p:spPr>
          <a:xfrm>
            <a:off x="6982606" y="4191536"/>
            <a:ext cx="1099645" cy="910459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911AB38-2D42-72E6-CE72-F1E46D0657FF}"/>
              </a:ext>
            </a:extLst>
          </p:cNvPr>
          <p:cNvSpPr/>
          <p:nvPr/>
        </p:nvSpPr>
        <p:spPr>
          <a:xfrm>
            <a:off x="8368223" y="4792784"/>
            <a:ext cx="555735" cy="4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8C88BAC-7C52-5D3A-D090-9F6BBA5CEDF5}"/>
              </a:ext>
            </a:extLst>
          </p:cNvPr>
          <p:cNvSpPr/>
          <p:nvPr/>
        </p:nvSpPr>
        <p:spPr>
          <a:xfrm>
            <a:off x="10525976" y="2281670"/>
            <a:ext cx="555735" cy="450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1857FE2-3E4F-D12F-6469-8D0543666AB5}"/>
              </a:ext>
            </a:extLst>
          </p:cNvPr>
          <p:cNvSpPr/>
          <p:nvPr/>
        </p:nvSpPr>
        <p:spPr>
          <a:xfrm rot="1513928">
            <a:off x="6758146" y="1157380"/>
            <a:ext cx="1047255" cy="1533287"/>
          </a:xfrm>
          <a:prstGeom prst="ellipse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8C6A32F2-54D5-EE24-C801-7FE8BFFA4FF7}"/>
              </a:ext>
            </a:extLst>
          </p:cNvPr>
          <p:cNvSpPr/>
          <p:nvPr/>
        </p:nvSpPr>
        <p:spPr>
          <a:xfrm rot="1981087">
            <a:off x="8861004" y="1995946"/>
            <a:ext cx="2121095" cy="4925322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4E8F545D-36EE-B19B-129B-5260D929FB1D}"/>
              </a:ext>
            </a:extLst>
          </p:cNvPr>
          <p:cNvSpPr/>
          <p:nvPr/>
        </p:nvSpPr>
        <p:spPr>
          <a:xfrm rot="19531062">
            <a:off x="6598384" y="3249606"/>
            <a:ext cx="1193779" cy="241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35C3B04-B045-FDBE-78AC-FF864614FFD9}"/>
              </a:ext>
            </a:extLst>
          </p:cNvPr>
          <p:cNvSpPr/>
          <p:nvPr/>
        </p:nvSpPr>
        <p:spPr>
          <a:xfrm rot="2044250">
            <a:off x="7231041" y="3141893"/>
            <a:ext cx="1193779" cy="241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F654A171-9E37-2F79-CD98-F287CAC6C0F2}"/>
              </a:ext>
            </a:extLst>
          </p:cNvPr>
          <p:cNvSpPr/>
          <p:nvPr/>
        </p:nvSpPr>
        <p:spPr>
          <a:xfrm rot="20321614">
            <a:off x="8083716" y="1101024"/>
            <a:ext cx="1491305" cy="91440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4B1B070-BDF3-147E-0F79-6036C342AE6C}"/>
              </a:ext>
            </a:extLst>
          </p:cNvPr>
          <p:cNvSpPr txBox="1"/>
          <p:nvPr/>
        </p:nvSpPr>
        <p:spPr>
          <a:xfrm>
            <a:off x="283780" y="304933"/>
            <a:ext cx="379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チームの保持エリア検出実装例</a:t>
            </a:r>
          </a:p>
        </p:txBody>
      </p:sp>
    </p:spTree>
    <p:extLst>
      <p:ext uri="{BB962C8B-B14F-4D97-AF65-F5344CB8AC3E}">
        <p14:creationId xmlns:p14="http://schemas.microsoft.com/office/powerpoint/2010/main" val="163707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A25A8D-990E-0EB3-4A51-2C3025536321}"/>
              </a:ext>
            </a:extLst>
          </p:cNvPr>
          <p:cNvSpPr txBox="1"/>
          <p:nvPr/>
        </p:nvSpPr>
        <p:spPr>
          <a:xfrm>
            <a:off x="400049" y="351362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チームの保持エリア検出の画面</a:t>
            </a:r>
            <a:r>
              <a:rPr kumimoji="1" lang="en-US" altLang="ja-JP" dirty="0"/>
              <a:t>UI</a:t>
            </a:r>
            <a:r>
              <a:rPr kumimoji="1" lang="ja-JP" altLang="en-US" dirty="0"/>
              <a:t>実装例</a:t>
            </a:r>
          </a:p>
        </p:txBody>
      </p:sp>
    </p:spTree>
    <p:extLst>
      <p:ext uri="{BB962C8B-B14F-4D97-AF65-F5344CB8AC3E}">
        <p14:creationId xmlns:p14="http://schemas.microsoft.com/office/powerpoint/2010/main" val="334475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</Words>
  <Application>Microsoft Office PowerPoint</Application>
  <PresentationFormat>ワイド画面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個人開発ドキュメント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m.t.2000.03.06@gmail.com</dc:creator>
  <cp:lastModifiedBy>m.t.2000.03.06@gmail.com</cp:lastModifiedBy>
  <cp:revision>1</cp:revision>
  <dcterms:created xsi:type="dcterms:W3CDTF">2026-04-19T03:00:31Z</dcterms:created>
  <dcterms:modified xsi:type="dcterms:W3CDTF">2026-04-19T03:16:44Z</dcterms:modified>
</cp:coreProperties>
</file>